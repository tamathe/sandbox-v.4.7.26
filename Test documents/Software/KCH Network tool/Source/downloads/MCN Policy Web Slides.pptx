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894" r:id="rId4"/>
    <p:sldMasterId id="2147483933" r:id="rId5"/>
  </p:sldMasterIdLst>
  <p:notesMasterIdLst>
    <p:notesMasterId r:id="rId9"/>
  </p:notesMasterIdLst>
  <p:sldIdLst>
    <p:sldId id="1244" r:id="rId6"/>
    <p:sldId id="1245" r:id="rId7"/>
    <p:sldId id="1246" r:id="rId8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ynolds, Candice L." initials="RCL" lastIdx="1" clrIdx="0">
    <p:extLst>
      <p:ext uri="{19B8F6BF-5375-455C-9EA6-DF929625EA0E}">
        <p15:presenceInfo xmlns:p15="http://schemas.microsoft.com/office/powerpoint/2012/main" userId="S-1-5-21-1177238915-1645522239-725345543-3355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FFFF00"/>
    <a:srgbClr val="CCECFF"/>
    <a:srgbClr val="00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E5316-5F96-42CA-A6CD-7F0128AB5662}" v="8" dt="2025-10-03T16:41:53.4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6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Amanda B." userId="S::abth231@uky.edu::7f167587-099d-4773-bf55-d6443c053bab" providerId="AD" clId="Web-{F65B8812-7E98-10B6-1015-19B59C88D153}"/>
    <pc:docChg chg="modSld">
      <pc:chgData name="Thomas, Amanda B." userId="S::abth231@uky.edu::7f167587-099d-4773-bf55-d6443c053bab" providerId="AD" clId="Web-{F65B8812-7E98-10B6-1015-19B59C88D153}" dt="2025-05-06T17:49:10.768" v="4"/>
      <pc:docMkLst>
        <pc:docMk/>
      </pc:docMkLst>
      <pc:sldChg chg="modSp">
        <pc:chgData name="Thomas, Amanda B." userId="S::abth231@uky.edu::7f167587-099d-4773-bf55-d6443c053bab" providerId="AD" clId="Web-{F65B8812-7E98-10B6-1015-19B59C88D153}" dt="2025-05-06T17:49:10.768" v="4"/>
        <pc:sldMkLst>
          <pc:docMk/>
          <pc:sldMk cId="2200506630" sldId="655"/>
        </pc:sldMkLst>
      </pc:sldChg>
    </pc:docChg>
  </pc:docChgLst>
  <pc:docChgLst>
    <pc:chgData name="Espinosa, Aubren W." userId="b2249984-5900-4709-aa45-a6eaa6275382" providerId="ADAL" clId="{3BC993CE-CC5E-45B5-A515-ED121DAF7C31}"/>
    <pc:docChg chg="custSel modSld">
      <pc:chgData name="Espinosa, Aubren W." userId="b2249984-5900-4709-aa45-a6eaa6275382" providerId="ADAL" clId="{3BC993CE-CC5E-45B5-A515-ED121DAF7C31}" dt="2025-05-06T10:44:07.354" v="2" actId="27636"/>
      <pc:docMkLst>
        <pc:docMk/>
      </pc:docMkLst>
      <pc:sldChg chg="modSp mod">
        <pc:chgData name="Espinosa, Aubren W." userId="b2249984-5900-4709-aa45-a6eaa6275382" providerId="ADAL" clId="{3BC993CE-CC5E-45B5-A515-ED121DAF7C31}" dt="2025-05-06T10:44:07.354" v="2" actId="27636"/>
        <pc:sldMkLst>
          <pc:docMk/>
          <pc:sldMk cId="1583846914" sldId="1241"/>
        </pc:sldMkLst>
      </pc:sldChg>
      <pc:sldChg chg="modSp mod">
        <pc:chgData name="Espinosa, Aubren W." userId="b2249984-5900-4709-aa45-a6eaa6275382" providerId="ADAL" clId="{3BC993CE-CC5E-45B5-A515-ED121DAF7C31}" dt="2025-05-06T10:44:07.299" v="0" actId="27636"/>
        <pc:sldMkLst>
          <pc:docMk/>
          <pc:sldMk cId="2439670154" sldId="1242"/>
        </pc:sldMkLst>
      </pc:sldChg>
    </pc:docChg>
  </pc:docChgLst>
  <pc:docChgLst>
    <pc:chgData name="Espinosa, Aubren W." userId="S::awespi2@uky.edu::b2249984-5900-4709-aa45-a6eaa6275382" providerId="AD" clId="Web-{E18D3A6D-C91C-4F19-BDD6-6FA4143C9410}"/>
    <pc:docChg chg="modSld">
      <pc:chgData name="Espinosa, Aubren W." userId="S::awespi2@uky.edu::b2249984-5900-4709-aa45-a6eaa6275382" providerId="AD" clId="Web-{E18D3A6D-C91C-4F19-BDD6-6FA4143C9410}" dt="2025-05-05T13:15:44.998" v="23" actId="20577"/>
      <pc:docMkLst>
        <pc:docMk/>
      </pc:docMkLst>
      <pc:sldChg chg="modSp">
        <pc:chgData name="Espinosa, Aubren W." userId="S::awespi2@uky.edu::b2249984-5900-4709-aa45-a6eaa6275382" providerId="AD" clId="Web-{E18D3A6D-C91C-4F19-BDD6-6FA4143C9410}" dt="2025-05-05T13:14:36.633" v="12" actId="20577"/>
        <pc:sldMkLst>
          <pc:docMk/>
          <pc:sldMk cId="3331678432" sldId="335"/>
        </pc:sldMkLst>
      </pc:sldChg>
      <pc:sldChg chg="modSp">
        <pc:chgData name="Espinosa, Aubren W." userId="S::awespi2@uky.edu::b2249984-5900-4709-aa45-a6eaa6275382" providerId="AD" clId="Web-{E18D3A6D-C91C-4F19-BDD6-6FA4143C9410}" dt="2025-05-05T13:15:44.998" v="23" actId="20577"/>
        <pc:sldMkLst>
          <pc:docMk/>
          <pc:sldMk cId="2588782982" sldId="635"/>
        </pc:sldMkLst>
      </pc:sldChg>
    </pc:docChg>
  </pc:docChgLst>
  <pc:docChgLst>
    <pc:chgData name="Espinosa, Aubren W." userId="S::awespi2@uky.edu::b2249984-5900-4709-aa45-a6eaa6275382" providerId="AD" clId="Web-{DB8C13B8-C090-4EE4-8617-BB5C3C767228}"/>
    <pc:docChg chg="addSld">
      <pc:chgData name="Espinosa, Aubren W." userId="S::awespi2@uky.edu::b2249984-5900-4709-aa45-a6eaa6275382" providerId="AD" clId="Web-{DB8C13B8-C090-4EE4-8617-BB5C3C767228}" dt="2025-05-06T10:25:25.921" v="6"/>
      <pc:docMkLst>
        <pc:docMk/>
      </pc:docMkLst>
      <pc:sldChg chg="add">
        <pc:chgData name="Espinosa, Aubren W." userId="S::awespi2@uky.edu::b2249984-5900-4709-aa45-a6eaa6275382" providerId="AD" clId="Web-{DB8C13B8-C090-4EE4-8617-BB5C3C767228}" dt="2025-05-06T10:23:51.512" v="2"/>
        <pc:sldMkLst>
          <pc:docMk/>
          <pc:sldMk cId="695426850" sldId="256"/>
        </pc:sldMkLst>
      </pc:sldChg>
      <pc:sldChg chg="add">
        <pc:chgData name="Espinosa, Aubren W." userId="S::awespi2@uky.edu::b2249984-5900-4709-aa45-a6eaa6275382" providerId="AD" clId="Web-{DB8C13B8-C090-4EE4-8617-BB5C3C767228}" dt="2025-05-06T10:23:51.481" v="0"/>
        <pc:sldMkLst>
          <pc:docMk/>
          <pc:sldMk cId="2872838698" sldId="288"/>
        </pc:sldMkLst>
      </pc:sldChg>
      <pc:sldChg chg="add">
        <pc:chgData name="Espinosa, Aubren W." userId="S::awespi2@uky.edu::b2249984-5900-4709-aa45-a6eaa6275382" providerId="AD" clId="Web-{DB8C13B8-C090-4EE4-8617-BB5C3C767228}" dt="2025-05-06T10:23:51.497" v="1"/>
        <pc:sldMkLst>
          <pc:docMk/>
          <pc:sldMk cId="3969695993" sldId="291"/>
        </pc:sldMkLst>
      </pc:sldChg>
      <pc:sldChg chg="add">
        <pc:chgData name="Espinosa, Aubren W." userId="S::awespi2@uky.edu::b2249984-5900-4709-aa45-a6eaa6275382" providerId="AD" clId="Web-{DB8C13B8-C090-4EE4-8617-BB5C3C767228}" dt="2025-05-06T10:23:51.547" v="4"/>
        <pc:sldMkLst>
          <pc:docMk/>
          <pc:sldMk cId="2388273603" sldId="293"/>
        </pc:sldMkLst>
      </pc:sldChg>
      <pc:sldChg chg="add">
        <pc:chgData name="Espinosa, Aubren W." userId="S::awespi2@uky.edu::b2249984-5900-4709-aa45-a6eaa6275382" providerId="AD" clId="Web-{DB8C13B8-C090-4EE4-8617-BB5C3C767228}" dt="2025-05-06T10:23:51.547" v="3"/>
        <pc:sldMkLst>
          <pc:docMk/>
          <pc:sldMk cId="1583846914" sldId="1241"/>
        </pc:sldMkLst>
      </pc:sldChg>
      <pc:sldChg chg="add">
        <pc:chgData name="Espinosa, Aubren W." userId="S::awespi2@uky.edu::b2249984-5900-4709-aa45-a6eaa6275382" providerId="AD" clId="Web-{DB8C13B8-C090-4EE4-8617-BB5C3C767228}" dt="2025-05-06T10:25:14.827" v="5"/>
        <pc:sldMkLst>
          <pc:docMk/>
          <pc:sldMk cId="2439670154" sldId="1242"/>
        </pc:sldMkLst>
      </pc:sldChg>
      <pc:sldChg chg="add">
        <pc:chgData name="Espinosa, Aubren W." userId="S::awespi2@uky.edu::b2249984-5900-4709-aa45-a6eaa6275382" providerId="AD" clId="Web-{DB8C13B8-C090-4EE4-8617-BB5C3C767228}" dt="2025-05-06T10:25:25.921" v="6"/>
        <pc:sldMkLst>
          <pc:docMk/>
          <pc:sldMk cId="1008528365" sldId="1243"/>
        </pc:sldMkLst>
      </pc:sldChg>
    </pc:docChg>
  </pc:docChgLst>
  <pc:docChgLst>
    <pc:chgData name="Espinosa, Aubren W." userId="S::awespi2@uky.edu::b2249984-5900-4709-aa45-a6eaa6275382" providerId="AD" clId="Web-{DE42A0D3-FE58-EC3E-7269-6308E4A5C000}"/>
    <pc:docChg chg="addSld modSld">
      <pc:chgData name="Espinosa, Aubren W." userId="S::awespi2@uky.edu::b2249984-5900-4709-aa45-a6eaa6275382" providerId="AD" clId="Web-{DE42A0D3-FE58-EC3E-7269-6308E4A5C000}" dt="2025-05-05T16:48:47.524" v="769" actId="20577"/>
      <pc:docMkLst>
        <pc:docMk/>
      </pc:docMkLst>
      <pc:sldChg chg="modSp">
        <pc:chgData name="Espinosa, Aubren W." userId="S::awespi2@uky.edu::b2249984-5900-4709-aa45-a6eaa6275382" providerId="AD" clId="Web-{DE42A0D3-FE58-EC3E-7269-6308E4A5C000}" dt="2025-05-05T15:53:51.646" v="42" actId="20577"/>
        <pc:sldMkLst>
          <pc:docMk/>
          <pc:sldMk cId="2798145901" sldId="979"/>
        </pc:sldMkLst>
      </pc:sldChg>
      <pc:sldChg chg="modSp">
        <pc:chgData name="Espinosa, Aubren W." userId="S::awespi2@uky.edu::b2249984-5900-4709-aa45-a6eaa6275382" providerId="AD" clId="Web-{DE42A0D3-FE58-EC3E-7269-6308E4A5C000}" dt="2025-05-05T16:32:09.178" v="459" actId="20577"/>
        <pc:sldMkLst>
          <pc:docMk/>
          <pc:sldMk cId="2357299477" sldId="1214"/>
        </pc:sldMkLst>
      </pc:sldChg>
      <pc:sldChg chg="addSp delSp modSp">
        <pc:chgData name="Espinosa, Aubren W." userId="S::awespi2@uky.edu::b2249984-5900-4709-aa45-a6eaa6275382" providerId="AD" clId="Web-{DE42A0D3-FE58-EC3E-7269-6308E4A5C000}" dt="2025-05-05T15:42:16.256" v="32" actId="14100"/>
        <pc:sldMkLst>
          <pc:docMk/>
          <pc:sldMk cId="4213263400" sldId="1238"/>
        </pc:sldMkLst>
      </pc:sldChg>
      <pc:sldChg chg="modSp">
        <pc:chgData name="Espinosa, Aubren W." userId="S::awespi2@uky.edu::b2249984-5900-4709-aa45-a6eaa6275382" providerId="AD" clId="Web-{DE42A0D3-FE58-EC3E-7269-6308E4A5C000}" dt="2025-05-05T16:48:47.524" v="769" actId="20577"/>
        <pc:sldMkLst>
          <pc:docMk/>
          <pc:sldMk cId="888397611" sldId="1239"/>
        </pc:sldMkLst>
      </pc:sldChg>
      <pc:sldChg chg="delSp modSp new">
        <pc:chgData name="Espinosa, Aubren W." userId="S::awespi2@uky.edu::b2249984-5900-4709-aa45-a6eaa6275382" providerId="AD" clId="Web-{DE42A0D3-FE58-EC3E-7269-6308E4A5C000}" dt="2025-05-05T15:41:19.787" v="26" actId="20577"/>
        <pc:sldMkLst>
          <pc:docMk/>
          <pc:sldMk cId="2146834347" sldId="1240"/>
        </pc:sldMkLst>
      </pc:sldChg>
    </pc:docChg>
  </pc:docChgLst>
  <pc:docChgLst>
    <pc:chgData name="Espinosa, Aubren W." userId="S::awespi2@uky.edu::b2249984-5900-4709-aa45-a6eaa6275382" providerId="AD" clId="Web-{FFB8F07F-EC6D-425B-8362-C8847677A1D5}"/>
    <pc:docChg chg="modSld">
      <pc:chgData name="Espinosa, Aubren W." userId="S::awespi2@uky.edu::b2249984-5900-4709-aa45-a6eaa6275382" providerId="AD" clId="Web-{FFB8F07F-EC6D-425B-8362-C8847677A1D5}" dt="2025-06-09T10:57:52.386" v="21"/>
      <pc:docMkLst>
        <pc:docMk/>
      </pc:docMkLst>
      <pc:sldChg chg="modSp">
        <pc:chgData name="Espinosa, Aubren W." userId="S::awespi2@uky.edu::b2249984-5900-4709-aa45-a6eaa6275382" providerId="AD" clId="Web-{FFB8F07F-EC6D-425B-8362-C8847677A1D5}" dt="2025-06-09T10:56:51.980" v="1" actId="20577"/>
        <pc:sldMkLst>
          <pc:docMk/>
          <pc:sldMk cId="186316662" sldId="280"/>
        </pc:sldMkLst>
      </pc:sldChg>
      <pc:sldChg chg="modSp">
        <pc:chgData name="Espinosa, Aubren W." userId="S::awespi2@uky.edu::b2249984-5900-4709-aa45-a6eaa6275382" providerId="AD" clId="Web-{FFB8F07F-EC6D-425B-8362-C8847677A1D5}" dt="2025-06-09T10:56:57.995" v="3" actId="20577"/>
        <pc:sldMkLst>
          <pc:docMk/>
          <pc:sldMk cId="2985290812" sldId="322"/>
        </pc:sldMkLst>
      </pc:sldChg>
      <pc:sldChg chg="delSp">
        <pc:chgData name="Espinosa, Aubren W." userId="S::awespi2@uky.edu::b2249984-5900-4709-aa45-a6eaa6275382" providerId="AD" clId="Web-{FFB8F07F-EC6D-425B-8362-C8847677A1D5}" dt="2025-06-09T10:57:27.527" v="17"/>
        <pc:sldMkLst>
          <pc:docMk/>
          <pc:sldMk cId="2200506630" sldId="655"/>
        </pc:sldMkLst>
      </pc:sldChg>
      <pc:sldChg chg="delSp">
        <pc:chgData name="Espinosa, Aubren W." userId="S::awespi2@uky.edu::b2249984-5900-4709-aa45-a6eaa6275382" providerId="AD" clId="Web-{FFB8F07F-EC6D-425B-8362-C8847677A1D5}" dt="2025-06-09T10:57:52.386" v="21"/>
        <pc:sldMkLst>
          <pc:docMk/>
          <pc:sldMk cId="1353353011" sldId="1166"/>
        </pc:sldMkLst>
      </pc:sldChg>
      <pc:sldChg chg="modSp">
        <pc:chgData name="Espinosa, Aubren W." userId="S::awespi2@uky.edu::b2249984-5900-4709-aa45-a6eaa6275382" providerId="AD" clId="Web-{FFB8F07F-EC6D-425B-8362-C8847677A1D5}" dt="2025-06-09T10:57:10.105" v="8" actId="20577"/>
        <pc:sldMkLst>
          <pc:docMk/>
          <pc:sldMk cId="2357299477" sldId="1214"/>
        </pc:sldMkLst>
      </pc:sldChg>
      <pc:sldChg chg="delSp">
        <pc:chgData name="Espinosa, Aubren W." userId="S::awespi2@uky.edu::b2249984-5900-4709-aa45-a6eaa6275382" providerId="AD" clId="Web-{FFB8F07F-EC6D-425B-8362-C8847677A1D5}" dt="2025-06-09T10:57:47.777" v="20"/>
        <pc:sldMkLst>
          <pc:docMk/>
          <pc:sldMk cId="3668275257" sldId="1225"/>
        </pc:sldMkLst>
      </pc:sldChg>
      <pc:sldChg chg="delSp">
        <pc:chgData name="Espinosa, Aubren W." userId="S::awespi2@uky.edu::b2249984-5900-4709-aa45-a6eaa6275382" providerId="AD" clId="Web-{FFB8F07F-EC6D-425B-8362-C8847677A1D5}" dt="2025-06-09T10:57:36.652" v="18"/>
        <pc:sldMkLst>
          <pc:docMk/>
          <pc:sldMk cId="1067744549" sldId="1226"/>
        </pc:sldMkLst>
      </pc:sldChg>
      <pc:sldChg chg="modSp">
        <pc:chgData name="Espinosa, Aubren W." userId="S::awespi2@uky.edu::b2249984-5900-4709-aa45-a6eaa6275382" providerId="AD" clId="Web-{FFB8F07F-EC6D-425B-8362-C8847677A1D5}" dt="2025-06-09T10:57:17.745" v="16" actId="20577"/>
        <pc:sldMkLst>
          <pc:docMk/>
          <pc:sldMk cId="888397611" sldId="1239"/>
        </pc:sldMkLst>
      </pc:sldChg>
    </pc:docChg>
  </pc:docChgLst>
  <pc:docChgLst>
    <pc:chgData name="Espinosa, Aubren W." userId="b2249984-5900-4709-aa45-a6eaa6275382" providerId="ADAL" clId="{8FFE5316-5F96-42CA-A6CD-7F0128AB5662}"/>
    <pc:docChg chg="undo custSel addSld delSld modSld">
      <pc:chgData name="Espinosa, Aubren W." userId="b2249984-5900-4709-aa45-a6eaa6275382" providerId="ADAL" clId="{8FFE5316-5F96-42CA-A6CD-7F0128AB5662}" dt="2025-10-07T10:34:40.030" v="865" actId="20577"/>
      <pc:docMkLst>
        <pc:docMk/>
      </pc:docMkLst>
      <pc:sldChg chg="del">
        <pc:chgData name="Espinosa, Aubren W." userId="b2249984-5900-4709-aa45-a6eaa6275382" providerId="ADAL" clId="{8FFE5316-5F96-42CA-A6CD-7F0128AB5662}" dt="2025-10-03T16:41:10.682" v="795" actId="2696"/>
        <pc:sldMkLst>
          <pc:docMk/>
          <pc:sldMk cId="3229277707" sldId="257"/>
        </pc:sldMkLst>
      </pc:sldChg>
      <pc:sldChg chg="del">
        <pc:chgData name="Espinosa, Aubren W." userId="b2249984-5900-4709-aa45-a6eaa6275382" providerId="ADAL" clId="{8FFE5316-5F96-42CA-A6CD-7F0128AB5662}" dt="2025-10-03T16:41:08.865" v="794" actId="2696"/>
        <pc:sldMkLst>
          <pc:docMk/>
          <pc:sldMk cId="1036648475" sldId="258"/>
        </pc:sldMkLst>
      </pc:sldChg>
      <pc:sldChg chg="del">
        <pc:chgData name="Espinosa, Aubren W." userId="b2249984-5900-4709-aa45-a6eaa6275382" providerId="ADAL" clId="{8FFE5316-5F96-42CA-A6CD-7F0128AB5662}" dt="2025-10-03T16:38:46.121" v="551" actId="47"/>
        <pc:sldMkLst>
          <pc:docMk/>
          <pc:sldMk cId="3262194298" sldId="273"/>
        </pc:sldMkLst>
      </pc:sldChg>
      <pc:sldChg chg="modSp mod">
        <pc:chgData name="Espinosa, Aubren W." userId="b2249984-5900-4709-aa45-a6eaa6275382" providerId="ADAL" clId="{8FFE5316-5F96-42CA-A6CD-7F0128AB5662}" dt="2025-10-03T15:16:53.209" v="18" actId="20577"/>
        <pc:sldMkLst>
          <pc:docMk/>
          <pc:sldMk cId="186316662" sldId="280"/>
        </pc:sldMkLst>
        <pc:spChg chg="mod">
          <ac:chgData name="Espinosa, Aubren W." userId="b2249984-5900-4709-aa45-a6eaa6275382" providerId="ADAL" clId="{8FFE5316-5F96-42CA-A6CD-7F0128AB5662}" dt="2025-10-03T15:16:53.209" v="18" actId="20577"/>
          <ac:spMkLst>
            <pc:docMk/>
            <pc:sldMk cId="186316662" sldId="280"/>
            <ac:spMk id="3" creationId="{00000000-0000-0000-0000-000000000000}"/>
          </ac:spMkLst>
        </pc:spChg>
      </pc:sldChg>
      <pc:sldChg chg="del">
        <pc:chgData name="Espinosa, Aubren W." userId="b2249984-5900-4709-aa45-a6eaa6275382" providerId="ADAL" clId="{8FFE5316-5F96-42CA-A6CD-7F0128AB5662}" dt="2025-10-03T16:38:45.189" v="550" actId="47"/>
        <pc:sldMkLst>
          <pc:docMk/>
          <pc:sldMk cId="2872838698" sldId="288"/>
        </pc:sldMkLst>
      </pc:sldChg>
      <pc:sldChg chg="del">
        <pc:chgData name="Espinosa, Aubren W." userId="b2249984-5900-4709-aa45-a6eaa6275382" providerId="ADAL" clId="{8FFE5316-5F96-42CA-A6CD-7F0128AB5662}" dt="2025-10-03T16:38:49.391" v="555" actId="47"/>
        <pc:sldMkLst>
          <pc:docMk/>
          <pc:sldMk cId="2388273603" sldId="293"/>
        </pc:sldMkLst>
      </pc:sldChg>
      <pc:sldChg chg="modSp mod">
        <pc:chgData name="Espinosa, Aubren W." userId="b2249984-5900-4709-aa45-a6eaa6275382" providerId="ADAL" clId="{8FFE5316-5F96-42CA-A6CD-7F0128AB5662}" dt="2025-10-07T10:34:40.030" v="865" actId="20577"/>
        <pc:sldMkLst>
          <pc:docMk/>
          <pc:sldMk cId="2985290812" sldId="322"/>
        </pc:sldMkLst>
        <pc:spChg chg="mod">
          <ac:chgData name="Espinosa, Aubren W." userId="b2249984-5900-4709-aa45-a6eaa6275382" providerId="ADAL" clId="{8FFE5316-5F96-42CA-A6CD-7F0128AB5662}" dt="2025-10-07T10:34:40.030" v="865" actId="20577"/>
          <ac:spMkLst>
            <pc:docMk/>
            <pc:sldMk cId="2985290812" sldId="322"/>
            <ac:spMk id="3" creationId="{FF667D4D-0FB0-44AE-8B22-B48499509FE6}"/>
          </ac:spMkLst>
        </pc:spChg>
      </pc:sldChg>
      <pc:sldChg chg="del">
        <pc:chgData name="Espinosa, Aubren W." userId="b2249984-5900-4709-aa45-a6eaa6275382" providerId="ADAL" clId="{8FFE5316-5F96-42CA-A6CD-7F0128AB5662}" dt="2025-10-03T16:38:42.879" v="548" actId="47"/>
        <pc:sldMkLst>
          <pc:docMk/>
          <pc:sldMk cId="3331678432" sldId="335"/>
        </pc:sldMkLst>
      </pc:sldChg>
      <pc:sldChg chg="del">
        <pc:chgData name="Espinosa, Aubren W." userId="b2249984-5900-4709-aa45-a6eaa6275382" providerId="ADAL" clId="{8FFE5316-5F96-42CA-A6CD-7F0128AB5662}" dt="2025-10-03T16:38:43.570" v="549" actId="47"/>
        <pc:sldMkLst>
          <pc:docMk/>
          <pc:sldMk cId="2588782982" sldId="635"/>
        </pc:sldMkLst>
      </pc:sldChg>
      <pc:sldChg chg="addSp modSp mod">
        <pc:chgData name="Espinosa, Aubren W." userId="b2249984-5900-4709-aa45-a6eaa6275382" providerId="ADAL" clId="{8FFE5316-5F96-42CA-A6CD-7F0128AB5662}" dt="2025-10-03T16:29:18.376" v="273" actId="1076"/>
        <pc:sldMkLst>
          <pc:docMk/>
          <pc:sldMk cId="2200506630" sldId="655"/>
        </pc:sldMkLst>
        <pc:graphicFrameChg chg="add mod modGraphic">
          <ac:chgData name="Espinosa, Aubren W." userId="b2249984-5900-4709-aa45-a6eaa6275382" providerId="ADAL" clId="{8FFE5316-5F96-42CA-A6CD-7F0128AB5662}" dt="2025-10-03T16:29:18.376" v="273" actId="1076"/>
          <ac:graphicFrameMkLst>
            <pc:docMk/>
            <pc:sldMk cId="2200506630" sldId="655"/>
            <ac:graphicFrameMk id="3" creationId="{A8CA2908-6CC1-0B9E-C18B-E553EAF13AC4}"/>
          </ac:graphicFrameMkLst>
        </pc:graphicFrameChg>
      </pc:sldChg>
      <pc:sldChg chg="modSp mod">
        <pc:chgData name="Espinosa, Aubren W." userId="b2249984-5900-4709-aa45-a6eaa6275382" providerId="ADAL" clId="{8FFE5316-5F96-42CA-A6CD-7F0128AB5662}" dt="2025-10-03T16:38:14.152" v="546" actId="20577"/>
        <pc:sldMkLst>
          <pc:docMk/>
          <pc:sldMk cId="3916173587" sldId="789"/>
        </pc:sldMkLst>
        <pc:spChg chg="mod">
          <ac:chgData name="Espinosa, Aubren W." userId="b2249984-5900-4709-aa45-a6eaa6275382" providerId="ADAL" clId="{8FFE5316-5F96-42CA-A6CD-7F0128AB5662}" dt="2025-10-03T16:38:14.152" v="546" actId="20577"/>
          <ac:spMkLst>
            <pc:docMk/>
            <pc:sldMk cId="3916173587" sldId="789"/>
            <ac:spMk id="5" creationId="{8978044C-F805-4BC6-879A-926D6AE93709}"/>
          </ac:spMkLst>
        </pc:spChg>
      </pc:sldChg>
      <pc:sldChg chg="modSp add del mod">
        <pc:chgData name="Espinosa, Aubren W." userId="b2249984-5900-4709-aa45-a6eaa6275382" providerId="ADAL" clId="{8FFE5316-5F96-42CA-A6CD-7F0128AB5662}" dt="2025-10-03T16:42:46.352" v="855" actId="20577"/>
        <pc:sldMkLst>
          <pc:docMk/>
          <pc:sldMk cId="2798145901" sldId="979"/>
        </pc:sldMkLst>
        <pc:spChg chg="mod">
          <ac:chgData name="Espinosa, Aubren W." userId="b2249984-5900-4709-aa45-a6eaa6275382" providerId="ADAL" clId="{8FFE5316-5F96-42CA-A6CD-7F0128AB5662}" dt="2025-10-03T16:42:46.352" v="855" actId="20577"/>
          <ac:spMkLst>
            <pc:docMk/>
            <pc:sldMk cId="2798145901" sldId="979"/>
            <ac:spMk id="3" creationId="{F27E5F9F-890B-4A89-8069-A8F9F62F1EFB}"/>
          </ac:spMkLst>
        </pc:spChg>
      </pc:sldChg>
      <pc:sldChg chg="del">
        <pc:chgData name="Espinosa, Aubren W." userId="b2249984-5900-4709-aa45-a6eaa6275382" providerId="ADAL" clId="{8FFE5316-5F96-42CA-A6CD-7F0128AB5662}" dt="2025-10-03T16:40:57.319" v="787" actId="2696"/>
        <pc:sldMkLst>
          <pc:docMk/>
          <pc:sldMk cId="1113279604" sldId="1068"/>
        </pc:sldMkLst>
      </pc:sldChg>
      <pc:sldChg chg="del">
        <pc:chgData name="Espinosa, Aubren W." userId="b2249984-5900-4709-aa45-a6eaa6275382" providerId="ADAL" clId="{8FFE5316-5F96-42CA-A6CD-7F0128AB5662}" dt="2025-10-03T16:30:53.578" v="275" actId="2696"/>
        <pc:sldMkLst>
          <pc:docMk/>
          <pc:sldMk cId="1353353011" sldId="1166"/>
        </pc:sldMkLst>
      </pc:sldChg>
      <pc:sldChg chg="modSp mod">
        <pc:chgData name="Espinosa, Aubren W." userId="b2249984-5900-4709-aa45-a6eaa6275382" providerId="ADAL" clId="{8FFE5316-5F96-42CA-A6CD-7F0128AB5662}" dt="2025-10-03T15:27:01.892" v="138" actId="255"/>
        <pc:sldMkLst>
          <pc:docMk/>
          <pc:sldMk cId="2357299477" sldId="1214"/>
        </pc:sldMkLst>
        <pc:spChg chg="mod">
          <ac:chgData name="Espinosa, Aubren W." userId="b2249984-5900-4709-aa45-a6eaa6275382" providerId="ADAL" clId="{8FFE5316-5F96-42CA-A6CD-7F0128AB5662}" dt="2025-10-03T15:27:01.892" v="138" actId="255"/>
          <ac:spMkLst>
            <pc:docMk/>
            <pc:sldMk cId="2357299477" sldId="1214"/>
            <ac:spMk id="5" creationId="{17374647-95AF-A64F-2DF0-058E0C3EA068}"/>
          </ac:spMkLst>
        </pc:spChg>
      </pc:sldChg>
      <pc:sldChg chg="del">
        <pc:chgData name="Espinosa, Aubren W." userId="b2249984-5900-4709-aa45-a6eaa6275382" providerId="ADAL" clId="{8FFE5316-5F96-42CA-A6CD-7F0128AB5662}" dt="2025-10-03T16:41:04.215" v="791" actId="2696"/>
        <pc:sldMkLst>
          <pc:docMk/>
          <pc:sldMk cId="73951418" sldId="1219"/>
        </pc:sldMkLst>
      </pc:sldChg>
      <pc:sldChg chg="del">
        <pc:chgData name="Espinosa, Aubren W." userId="b2249984-5900-4709-aa45-a6eaa6275382" providerId="ADAL" clId="{8FFE5316-5F96-42CA-A6CD-7F0128AB5662}" dt="2025-10-03T16:41:23.525" v="801" actId="2696"/>
        <pc:sldMkLst>
          <pc:docMk/>
          <pc:sldMk cId="2318358505" sldId="1222"/>
        </pc:sldMkLst>
      </pc:sldChg>
      <pc:sldChg chg="del">
        <pc:chgData name="Espinosa, Aubren W." userId="b2249984-5900-4709-aa45-a6eaa6275382" providerId="ADAL" clId="{8FFE5316-5F96-42CA-A6CD-7F0128AB5662}" dt="2025-10-03T16:41:02.624" v="790" actId="2696"/>
        <pc:sldMkLst>
          <pc:docMk/>
          <pc:sldMk cId="3392731366" sldId="1223"/>
        </pc:sldMkLst>
      </pc:sldChg>
      <pc:sldChg chg="del">
        <pc:chgData name="Espinosa, Aubren W." userId="b2249984-5900-4709-aa45-a6eaa6275382" providerId="ADAL" clId="{8FFE5316-5F96-42CA-A6CD-7F0128AB5662}" dt="2025-10-03T16:38:41.937" v="547" actId="47"/>
        <pc:sldMkLst>
          <pc:docMk/>
          <pc:sldMk cId="1238694881" sldId="1224"/>
        </pc:sldMkLst>
      </pc:sldChg>
      <pc:sldChg chg="del">
        <pc:chgData name="Espinosa, Aubren W." userId="b2249984-5900-4709-aa45-a6eaa6275382" providerId="ADAL" clId="{8FFE5316-5F96-42CA-A6CD-7F0128AB5662}" dt="2025-10-07T10:33:44.723" v="856" actId="2696"/>
        <pc:sldMkLst>
          <pc:docMk/>
          <pc:sldMk cId="3668275257" sldId="1225"/>
        </pc:sldMkLst>
      </pc:sldChg>
      <pc:sldChg chg="del">
        <pc:chgData name="Espinosa, Aubren W." userId="b2249984-5900-4709-aa45-a6eaa6275382" providerId="ADAL" clId="{8FFE5316-5F96-42CA-A6CD-7F0128AB5662}" dt="2025-10-03T16:30:04.093" v="274" actId="2696"/>
        <pc:sldMkLst>
          <pc:docMk/>
          <pc:sldMk cId="1067744549" sldId="1226"/>
        </pc:sldMkLst>
      </pc:sldChg>
      <pc:sldChg chg="del">
        <pc:chgData name="Espinosa, Aubren W." userId="b2249984-5900-4709-aa45-a6eaa6275382" providerId="ADAL" clId="{8FFE5316-5F96-42CA-A6CD-7F0128AB5662}" dt="2025-10-03T16:41:14.040" v="797" actId="2696"/>
        <pc:sldMkLst>
          <pc:docMk/>
          <pc:sldMk cId="4182485522" sldId="1227"/>
        </pc:sldMkLst>
      </pc:sldChg>
      <pc:sldChg chg="del">
        <pc:chgData name="Espinosa, Aubren W." userId="b2249984-5900-4709-aa45-a6eaa6275382" providerId="ADAL" clId="{8FFE5316-5F96-42CA-A6CD-7F0128AB5662}" dt="2025-10-03T16:41:15.929" v="798" actId="2696"/>
        <pc:sldMkLst>
          <pc:docMk/>
          <pc:sldMk cId="1636838052" sldId="1228"/>
        </pc:sldMkLst>
      </pc:sldChg>
      <pc:sldChg chg="del">
        <pc:chgData name="Espinosa, Aubren W." userId="b2249984-5900-4709-aa45-a6eaa6275382" providerId="ADAL" clId="{8FFE5316-5F96-42CA-A6CD-7F0128AB5662}" dt="2025-10-03T16:41:19.712" v="800" actId="2696"/>
        <pc:sldMkLst>
          <pc:docMk/>
          <pc:sldMk cId="1468849747" sldId="1229"/>
        </pc:sldMkLst>
      </pc:sldChg>
      <pc:sldChg chg="del">
        <pc:chgData name="Espinosa, Aubren W." userId="b2249984-5900-4709-aa45-a6eaa6275382" providerId="ADAL" clId="{8FFE5316-5F96-42CA-A6CD-7F0128AB5662}" dt="2025-10-03T16:41:12.503" v="796" actId="2696"/>
        <pc:sldMkLst>
          <pc:docMk/>
          <pc:sldMk cId="1365276974" sldId="1230"/>
        </pc:sldMkLst>
      </pc:sldChg>
      <pc:sldChg chg="del">
        <pc:chgData name="Espinosa, Aubren W." userId="b2249984-5900-4709-aa45-a6eaa6275382" providerId="ADAL" clId="{8FFE5316-5F96-42CA-A6CD-7F0128AB5662}" dt="2025-10-03T16:40:53.763" v="786" actId="2696"/>
        <pc:sldMkLst>
          <pc:docMk/>
          <pc:sldMk cId="1338539521" sldId="1231"/>
        </pc:sldMkLst>
      </pc:sldChg>
      <pc:sldChg chg="del">
        <pc:chgData name="Espinosa, Aubren W." userId="b2249984-5900-4709-aa45-a6eaa6275382" providerId="ADAL" clId="{8FFE5316-5F96-42CA-A6CD-7F0128AB5662}" dt="2025-10-03T16:41:01.113" v="789" actId="2696"/>
        <pc:sldMkLst>
          <pc:docMk/>
          <pc:sldMk cId="3747982296" sldId="1232"/>
        </pc:sldMkLst>
      </pc:sldChg>
      <pc:sldChg chg="del">
        <pc:chgData name="Espinosa, Aubren W." userId="b2249984-5900-4709-aa45-a6eaa6275382" providerId="ADAL" clId="{8FFE5316-5F96-42CA-A6CD-7F0128AB5662}" dt="2025-10-03T16:41:17.449" v="799" actId="2696"/>
        <pc:sldMkLst>
          <pc:docMk/>
          <pc:sldMk cId="281165388" sldId="1233"/>
        </pc:sldMkLst>
      </pc:sldChg>
      <pc:sldChg chg="del">
        <pc:chgData name="Espinosa, Aubren W." userId="b2249984-5900-4709-aa45-a6eaa6275382" providerId="ADAL" clId="{8FFE5316-5F96-42CA-A6CD-7F0128AB5662}" dt="2025-10-03T16:41:07.258" v="793" actId="2696"/>
        <pc:sldMkLst>
          <pc:docMk/>
          <pc:sldMk cId="3406792220" sldId="1234"/>
        </pc:sldMkLst>
      </pc:sldChg>
      <pc:sldChg chg="del">
        <pc:chgData name="Espinosa, Aubren W." userId="b2249984-5900-4709-aa45-a6eaa6275382" providerId="ADAL" clId="{8FFE5316-5F96-42CA-A6CD-7F0128AB5662}" dt="2025-10-03T16:38:52.043" v="557" actId="47"/>
        <pc:sldMkLst>
          <pc:docMk/>
          <pc:sldMk cId="1256840545" sldId="1235"/>
        </pc:sldMkLst>
      </pc:sldChg>
      <pc:sldChg chg="del">
        <pc:chgData name="Espinosa, Aubren W." userId="b2249984-5900-4709-aa45-a6eaa6275382" providerId="ADAL" clId="{8FFE5316-5F96-42CA-A6CD-7F0128AB5662}" dt="2025-10-03T16:38:50.063" v="556" actId="47"/>
        <pc:sldMkLst>
          <pc:docMk/>
          <pc:sldMk cId="3361912353" sldId="1236"/>
        </pc:sldMkLst>
      </pc:sldChg>
      <pc:sldChg chg="del">
        <pc:chgData name="Espinosa, Aubren W." userId="b2249984-5900-4709-aa45-a6eaa6275382" providerId="ADAL" clId="{8FFE5316-5F96-42CA-A6CD-7F0128AB5662}" dt="2025-10-03T16:38:53.590" v="558" actId="47"/>
        <pc:sldMkLst>
          <pc:docMk/>
          <pc:sldMk cId="4270379352" sldId="1237"/>
        </pc:sldMkLst>
      </pc:sldChg>
      <pc:sldChg chg="del">
        <pc:chgData name="Espinosa, Aubren W." userId="b2249984-5900-4709-aa45-a6eaa6275382" providerId="ADAL" clId="{8FFE5316-5F96-42CA-A6CD-7F0128AB5662}" dt="2025-10-03T16:41:05.691" v="792" actId="2696"/>
        <pc:sldMkLst>
          <pc:docMk/>
          <pc:sldMk cId="4213263400" sldId="1238"/>
        </pc:sldMkLst>
      </pc:sldChg>
      <pc:sldChg chg="modSp mod">
        <pc:chgData name="Espinosa, Aubren W." userId="b2249984-5900-4709-aa45-a6eaa6275382" providerId="ADAL" clId="{8FFE5316-5F96-42CA-A6CD-7F0128AB5662}" dt="2025-10-03T15:31:43.446" v="267" actId="20577"/>
        <pc:sldMkLst>
          <pc:docMk/>
          <pc:sldMk cId="888397611" sldId="1239"/>
        </pc:sldMkLst>
        <pc:spChg chg="mod">
          <ac:chgData name="Espinosa, Aubren W." userId="b2249984-5900-4709-aa45-a6eaa6275382" providerId="ADAL" clId="{8FFE5316-5F96-42CA-A6CD-7F0128AB5662}" dt="2025-10-03T15:31:43.446" v="267" actId="20577"/>
          <ac:spMkLst>
            <pc:docMk/>
            <pc:sldMk cId="888397611" sldId="1239"/>
            <ac:spMk id="5" creationId="{A4CBF1D9-D1E3-0738-889A-CDEA0D0C9AD4}"/>
          </ac:spMkLst>
        </pc:spChg>
      </pc:sldChg>
      <pc:sldChg chg="del">
        <pc:chgData name="Espinosa, Aubren W." userId="b2249984-5900-4709-aa45-a6eaa6275382" providerId="ADAL" clId="{8FFE5316-5F96-42CA-A6CD-7F0128AB5662}" dt="2025-10-03T16:40:59.553" v="788" actId="2696"/>
        <pc:sldMkLst>
          <pc:docMk/>
          <pc:sldMk cId="2146834347" sldId="1240"/>
        </pc:sldMkLst>
      </pc:sldChg>
      <pc:sldChg chg="del">
        <pc:chgData name="Espinosa, Aubren W." userId="b2249984-5900-4709-aa45-a6eaa6275382" providerId="ADAL" clId="{8FFE5316-5F96-42CA-A6CD-7F0128AB5662}" dt="2025-10-03T16:38:48.545" v="554" actId="47"/>
        <pc:sldMkLst>
          <pc:docMk/>
          <pc:sldMk cId="1583846914" sldId="1241"/>
        </pc:sldMkLst>
      </pc:sldChg>
      <pc:sldChg chg="del">
        <pc:chgData name="Espinosa, Aubren W." userId="b2249984-5900-4709-aa45-a6eaa6275382" providerId="ADAL" clId="{8FFE5316-5F96-42CA-A6CD-7F0128AB5662}" dt="2025-10-03T16:38:47.048" v="552" actId="47"/>
        <pc:sldMkLst>
          <pc:docMk/>
          <pc:sldMk cId="2439670154" sldId="1242"/>
        </pc:sldMkLst>
      </pc:sldChg>
      <pc:sldChg chg="del">
        <pc:chgData name="Espinosa, Aubren W." userId="b2249984-5900-4709-aa45-a6eaa6275382" providerId="ADAL" clId="{8FFE5316-5F96-42CA-A6CD-7F0128AB5662}" dt="2025-10-03T16:38:47.922" v="553" actId="47"/>
        <pc:sldMkLst>
          <pc:docMk/>
          <pc:sldMk cId="1008528365" sldId="1243"/>
        </pc:sldMkLst>
      </pc:sldChg>
      <pc:sldChg chg="addSp delSp modSp new mod">
        <pc:chgData name="Espinosa, Aubren W." userId="b2249984-5900-4709-aa45-a6eaa6275382" providerId="ADAL" clId="{8FFE5316-5F96-42CA-A6CD-7F0128AB5662}" dt="2025-10-03T16:34:03.107" v="318" actId="1076"/>
        <pc:sldMkLst>
          <pc:docMk/>
          <pc:sldMk cId="2267438826" sldId="1244"/>
        </pc:sldMkLst>
        <pc:picChg chg="add mod">
          <ac:chgData name="Espinosa, Aubren W." userId="b2249984-5900-4709-aa45-a6eaa6275382" providerId="ADAL" clId="{8FFE5316-5F96-42CA-A6CD-7F0128AB5662}" dt="2025-10-03T16:34:03.107" v="318" actId="1076"/>
          <ac:picMkLst>
            <pc:docMk/>
            <pc:sldMk cId="2267438826" sldId="1244"/>
            <ac:picMk id="5" creationId="{F6FD08E8-C945-A691-61AA-58F0D9D2F164}"/>
          </ac:picMkLst>
        </pc:picChg>
      </pc:sldChg>
      <pc:sldChg chg="addSp delSp new mod">
        <pc:chgData name="Espinosa, Aubren W." userId="b2249984-5900-4709-aa45-a6eaa6275382" providerId="ADAL" clId="{8FFE5316-5F96-42CA-A6CD-7F0128AB5662}" dt="2025-10-03T16:34:11.964" v="322" actId="22"/>
        <pc:sldMkLst>
          <pc:docMk/>
          <pc:sldMk cId="3867669530" sldId="1245"/>
        </pc:sldMkLst>
        <pc:picChg chg="add">
          <ac:chgData name="Espinosa, Aubren W." userId="b2249984-5900-4709-aa45-a6eaa6275382" providerId="ADAL" clId="{8FFE5316-5F96-42CA-A6CD-7F0128AB5662}" dt="2025-10-03T16:34:11.964" v="322" actId="22"/>
          <ac:picMkLst>
            <pc:docMk/>
            <pc:sldMk cId="3867669530" sldId="1245"/>
            <ac:picMk id="5" creationId="{B5662801-63EE-35E5-9CEB-3E1D100B0CC9}"/>
          </ac:picMkLst>
        </pc:picChg>
      </pc:sldChg>
      <pc:sldChg chg="addSp delSp modSp new mod">
        <pc:chgData name="Espinosa, Aubren W." userId="b2249984-5900-4709-aa45-a6eaa6275382" providerId="ADAL" clId="{8FFE5316-5F96-42CA-A6CD-7F0128AB5662}" dt="2025-10-03T16:36:02.599" v="329" actId="1076"/>
        <pc:sldMkLst>
          <pc:docMk/>
          <pc:sldMk cId="4210271374" sldId="1246"/>
        </pc:sldMkLst>
        <pc:picChg chg="add mod">
          <ac:chgData name="Espinosa, Aubren W." userId="b2249984-5900-4709-aa45-a6eaa6275382" providerId="ADAL" clId="{8FFE5316-5F96-42CA-A6CD-7F0128AB5662}" dt="2025-10-03T16:35:36.899" v="327" actId="1076"/>
          <ac:picMkLst>
            <pc:docMk/>
            <pc:sldMk cId="4210271374" sldId="1246"/>
            <ac:picMk id="5" creationId="{3C5110B4-6659-91CC-AE5D-F3908D3391B4}"/>
          </ac:picMkLst>
        </pc:picChg>
        <pc:picChg chg="add mod">
          <ac:chgData name="Espinosa, Aubren W." userId="b2249984-5900-4709-aa45-a6eaa6275382" providerId="ADAL" clId="{8FFE5316-5F96-42CA-A6CD-7F0128AB5662}" dt="2025-10-03T16:36:02.599" v="329" actId="1076"/>
          <ac:picMkLst>
            <pc:docMk/>
            <pc:sldMk cId="4210271374" sldId="1246"/>
            <ac:picMk id="7" creationId="{C0FB2937-5FF7-6331-8695-1431844D349F}"/>
          </ac:picMkLst>
        </pc:picChg>
      </pc:sldChg>
      <pc:sldChg chg="addSp delSp modSp new mod modClrScheme chgLayout">
        <pc:chgData name="Espinosa, Aubren W." userId="b2249984-5900-4709-aa45-a6eaa6275382" providerId="ADAL" clId="{8FFE5316-5F96-42CA-A6CD-7F0128AB5662}" dt="2025-10-03T16:42:33.470" v="846" actId="5793"/>
        <pc:sldMkLst>
          <pc:docMk/>
          <pc:sldMk cId="904466157" sldId="1247"/>
        </pc:sldMkLst>
        <pc:spChg chg="mod ord">
          <ac:chgData name="Espinosa, Aubren W." userId="b2249984-5900-4709-aa45-a6eaa6275382" providerId="ADAL" clId="{8FFE5316-5F96-42CA-A6CD-7F0128AB5662}" dt="2025-10-03T16:42:26.514" v="845" actId="2711"/>
          <ac:spMkLst>
            <pc:docMk/>
            <pc:sldMk cId="904466157" sldId="1247"/>
            <ac:spMk id="2" creationId="{C3B32C0E-2863-016E-A098-D46618A28A8C}"/>
          </ac:spMkLst>
        </pc:spChg>
        <pc:spChg chg="add mod ord">
          <ac:chgData name="Espinosa, Aubren W." userId="b2249984-5900-4709-aa45-a6eaa6275382" providerId="ADAL" clId="{8FFE5316-5F96-42CA-A6CD-7F0128AB5662}" dt="2025-10-03T16:42:33.470" v="846" actId="5793"/>
          <ac:spMkLst>
            <pc:docMk/>
            <pc:sldMk cId="904466157" sldId="1247"/>
            <ac:spMk id="5" creationId="{2E0F89DB-59DA-06E4-F891-43B50C5D8F23}"/>
          </ac:spMkLst>
        </pc:spChg>
      </pc:sldChg>
    </pc:docChg>
  </pc:docChgLst>
  <pc:docChgLst>
    <pc:chgData name="Espinosa, Aubren W." userId="S::awespi2@uky.edu::b2249984-5900-4709-aa45-a6eaa6275382" providerId="AD" clId="Web-{EB9B1284-2F7B-4A3B-898A-FE3F25629D62}"/>
    <pc:docChg chg="delSld modSld">
      <pc:chgData name="Espinosa, Aubren W." userId="S::awespi2@uky.edu::b2249984-5900-4709-aa45-a6eaa6275382" providerId="AD" clId="Web-{EB9B1284-2F7B-4A3B-898A-FE3F25629D62}" dt="2025-05-06T10:26:52.209" v="13" actId="20577"/>
      <pc:docMkLst>
        <pc:docMk/>
      </pc:docMkLst>
      <pc:sldChg chg="del">
        <pc:chgData name="Espinosa, Aubren W." userId="S::awespi2@uky.edu::b2249984-5900-4709-aa45-a6eaa6275382" providerId="AD" clId="Web-{EB9B1284-2F7B-4A3B-898A-FE3F25629D62}" dt="2025-05-06T10:26:23.176" v="1"/>
        <pc:sldMkLst>
          <pc:docMk/>
          <pc:sldMk cId="695426850" sldId="256"/>
        </pc:sldMkLst>
      </pc:sldChg>
      <pc:sldChg chg="del">
        <pc:chgData name="Espinosa, Aubren W." userId="S::awespi2@uky.edu::b2249984-5900-4709-aa45-a6eaa6275382" providerId="AD" clId="Web-{EB9B1284-2F7B-4A3B-898A-FE3F25629D62}" dt="2025-05-06T10:26:20.879" v="0"/>
        <pc:sldMkLst>
          <pc:docMk/>
          <pc:sldMk cId="3969695993" sldId="291"/>
        </pc:sldMkLst>
      </pc:sldChg>
      <pc:sldChg chg="modSp">
        <pc:chgData name="Espinosa, Aubren W." userId="S::awespi2@uky.edu::b2249984-5900-4709-aa45-a6eaa6275382" providerId="AD" clId="Web-{EB9B1284-2F7B-4A3B-898A-FE3F25629D62}" dt="2025-05-06T10:26:52.209" v="13" actId="20577"/>
        <pc:sldMkLst>
          <pc:docMk/>
          <pc:sldMk cId="3331678432" sldId="335"/>
        </pc:sldMkLst>
      </pc:sldChg>
    </pc:docChg>
  </pc:docChgLst>
  <pc:docChgLst>
    <pc:chgData name="Reynolds, Candice L." userId="S::clmcho2@uky.edu::59a7248e-b834-4d73-b8c0-46d00ef302e5" providerId="AD" clId="Web-{9B88F187-C83C-C7EB-1BA0-2EAC28865E56}"/>
    <pc:docChg chg="modSld">
      <pc:chgData name="Reynolds, Candice L." userId="S::clmcho2@uky.edu::59a7248e-b834-4d73-b8c0-46d00ef302e5" providerId="AD" clId="Web-{9B88F187-C83C-C7EB-1BA0-2EAC28865E56}" dt="2025-05-05T16:19:49.145" v="7" actId="20577"/>
      <pc:docMkLst>
        <pc:docMk/>
      </pc:docMkLst>
      <pc:sldChg chg="modSp">
        <pc:chgData name="Reynolds, Candice L." userId="S::clmcho2@uky.edu::59a7248e-b834-4d73-b8c0-46d00ef302e5" providerId="AD" clId="Web-{9B88F187-C83C-C7EB-1BA0-2EAC28865E56}" dt="2025-05-05T16:19:49.145" v="7" actId="20577"/>
        <pc:sldMkLst>
          <pc:docMk/>
          <pc:sldMk cId="888397611" sldId="12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BF064EE9-22F2-48A4-96EF-9F453323FE41}" type="datetimeFigureOut">
              <a:rPr lang="en-US" smtClean="0"/>
              <a:pPr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15791"/>
            <a:ext cx="548640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297180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829967"/>
            <a:ext cx="297180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93B3814B-31E5-4CD8-B442-DAF2F78744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4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E3B3-E4BE-4090-86A7-914E041B1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206B0-FB0F-4B84-ABB0-420082F30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EBE2E-C118-4C99-B55E-6F4F1A8B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6405D-F8D1-4B2D-9608-945DBD4F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82DE-B2C1-4789-938E-B663C2D0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1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CE05F-CD41-4A35-AA3D-8125F998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117B-FF3F-48F1-8EAD-9997513F6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BA1EF-4147-403C-8779-95D557D4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E1A04-D1DC-40E2-86B4-81EA6D4AF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3B672-1F39-4E31-AA70-BFC79EF4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8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517C-AB09-455A-A3C7-98CB17D3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8291A-48B6-4082-AF04-763640312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2DE71-4712-4B2F-9F6B-03217FFD2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03D24-EE47-433B-8CEE-F0CD9C9EB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2DCE9-F5E8-4FCE-8A1B-D24FF6DE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4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E33C-3466-4803-818B-2B825353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CA9F2-280E-48CF-B97D-979BE7515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73A20-5636-45AD-98CE-03CB6165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CFE50-C19E-4761-AEF4-B4BC4400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F384C-372F-4E2F-B7C0-A0D8E604B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08C30-01A8-40E7-808C-A280E834B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0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BF708-B0D3-4AF7-8BF1-B96DF3D1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5B270-86C0-420F-98A8-E579B176B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7066E-B1DD-4EA7-AB1C-40EB068B1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F9CCB4-F760-4A8E-8CCF-ABEE1BC7F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1AA341-FD9C-47D8-8B9A-CCA6B0675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F65B7-EF77-450F-B74E-060DE3B5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35017-0DF9-4A65-9E0D-F94EA26B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00E40-276F-4A4D-B68D-98BF146F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3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1B48-4DA5-4ECF-AB77-76037C2B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D6E6C-2754-4F2D-81C6-4E057A859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CCD32-CF1C-4A64-A707-86AD4B3B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959C7-8885-47D7-A57B-AB6376707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7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11C96-10A5-4123-95BD-A24AD3E0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69B23-C805-41D4-AC4F-DEFE2216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9E938-9795-4F2B-8D85-97F8343A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5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5A147-8B82-455A-A651-5969659E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5257-5410-49E8-8399-81E2E85C9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A2417-7BC8-4AD8-82B6-D2CC6CE94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417B4-91C5-4D6A-A198-22DC815B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F7377-1BD0-4FF7-83E8-D7229141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EEAF9-B19E-4716-A6EC-8A196D6D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2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7ED8-8264-41DF-AE99-E920BF54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958F42-C68A-405B-AB88-317290EC1D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4D993-DA99-4EE7-8FEF-0B4A2ED65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71639-E25C-475F-B534-331E532C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79255-716F-4881-8F45-88E04FFE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E589D-7450-4A75-B537-33DC42D6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0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B75F-CA4F-4048-9E81-A5CEE2A8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2F316-2ED1-4317-A43B-2472979B6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78125-1C6C-4B7C-874C-50B61656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94EAE-A616-4E9B-B9F6-2C685872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3C943-BCF0-473E-A4AA-E98C17AA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0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410A4F-19F6-4959-95A7-C2545581B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76ACB-9133-4ED4-95B1-4418A6A42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AAA2B-4FE4-4B96-8143-E6DEBC839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5D16C-C9B4-44FB-83DA-5FFAB3E9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1FD37-BB67-4FDD-94EF-C5E3FB6F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0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2308-4F7C-4C41-8F44-1E55DBB0D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EABE01-D1B2-2B44-8640-ECBAB49F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6417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82F7C-35CE-9F41-A7C1-497BDE576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30D82-CB1E-BE49-BEF5-573AECDD7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E4268-1953-F24D-83E1-1EFDA7508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8E1A9-E48B-3147-A4F4-F54606A89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6FC492B-853D-2548-93E1-BAE1DE96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439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443426-3F69-134B-927B-2110B927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032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4E7425-114B-4841-8F90-186BEBC6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7C589-1D1D-4E4B-A50C-624D81684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87A08-A0EE-4C0D-BEBB-1FD546F99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498F9-93DF-47C8-AFBD-9DCFE55F36EC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2B88E-35F6-4DA5-8441-4397A4E63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8732D-BD5D-4821-B64E-9372B4387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1176F-187C-44A2-AA79-BC066A920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62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763A1-3907-DC48-99D4-AFA7B7370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95F36-C3EA-1646-9543-ED617B2A2E0B}"/>
              </a:ext>
            </a:extLst>
          </p:cNvPr>
          <p:cNvSpPr/>
          <p:nvPr userDrawn="1"/>
        </p:nvSpPr>
        <p:spPr>
          <a:xfrm>
            <a:off x="0" y="2"/>
            <a:ext cx="9144000" cy="1376515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89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577EC669-E986-0F4B-B83B-911BA299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951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i="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FD08E8-C945-A691-61AA-58F0D9D2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566"/>
            <a:ext cx="9156122" cy="388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38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662801-63EE-35E5-9CEB-3E1D100B0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463" y="0"/>
            <a:ext cx="5645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6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5110B4-6659-91CC-AE5D-F3908D339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9" y="136315"/>
            <a:ext cx="5858693" cy="3915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FB2937-5FF7-6331-8695-1431844D3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174" y="1647098"/>
            <a:ext cx="5172797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27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UK HealthCare">
      <a:dk1>
        <a:srgbClr val="636569"/>
      </a:dk1>
      <a:lt1>
        <a:srgbClr val="FFFFFF"/>
      </a:lt1>
      <a:dk2>
        <a:srgbClr val="0033A0"/>
      </a:dk2>
      <a:lt2>
        <a:srgbClr val="E7E6E6"/>
      </a:lt2>
      <a:accent1>
        <a:srgbClr val="57C8E6"/>
      </a:accent1>
      <a:accent2>
        <a:srgbClr val="EF3A4C"/>
      </a:accent2>
      <a:accent3>
        <a:srgbClr val="80BD41"/>
      </a:accent3>
      <a:accent4>
        <a:srgbClr val="FBB524"/>
      </a:accent4>
      <a:accent5>
        <a:srgbClr val="636569"/>
      </a:accent5>
      <a:accent6>
        <a:srgbClr val="CAC8C8"/>
      </a:accent6>
      <a:hlink>
        <a:srgbClr val="B6B6B6"/>
      </a:hlink>
      <a:folHlink>
        <a:srgbClr val="00FFF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f73d57-500d-4be6-91ca-be23b4f10798" xsi:nil="true"/>
    <lcf76f155ced4ddcb4097134ff3c332f xmlns="63a2b616-cd5f-45c4-a6cd-234cc8f627d5">
      <Terms xmlns="http://schemas.microsoft.com/office/infopath/2007/PartnerControls"/>
    </lcf76f155ced4ddcb4097134ff3c332f>
    <Complete xmlns="63a2b616-cd5f-45c4-a6cd-234cc8f627d5" xsi:nil="true"/>
    <Yes_x002f_NO xmlns="63a2b616-cd5f-45c4-a6cd-234cc8f627d5">false</Yes_x002f_NO>
    <Comments xmlns="63a2b616-cd5f-45c4-a6cd-234cc8f627d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B4486EDAD73A42908382BA88B85D9A" ma:contentTypeVersion="20" ma:contentTypeDescription="Create a new document." ma:contentTypeScope="" ma:versionID="37cbbee8f09302685ccfa049ad76f9cf">
  <xsd:schema xmlns:xsd="http://www.w3.org/2001/XMLSchema" xmlns:xs="http://www.w3.org/2001/XMLSchema" xmlns:p="http://schemas.microsoft.com/office/2006/metadata/properties" xmlns:ns2="63a2b616-cd5f-45c4-a6cd-234cc8f627d5" xmlns:ns3="61f73d57-500d-4be6-91ca-be23b4f10798" targetNamespace="http://schemas.microsoft.com/office/2006/metadata/properties" ma:root="true" ma:fieldsID="353e70517cf293df1d26715336ea5705" ns2:_="" ns3:_="">
    <xsd:import namespace="63a2b616-cd5f-45c4-a6cd-234cc8f627d5"/>
    <xsd:import namespace="61f73d57-500d-4be6-91ca-be23b4f107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Yes_x002f_NO" minOccurs="0"/>
                <xsd:element ref="ns2:Comments" minOccurs="0"/>
                <xsd:element ref="ns2:Comple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a2b616-cd5f-45c4-a6cd-234cc8f627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Yes_x002f_NO" ma:index="24" nillable="true" ma:displayName="Yes / NO" ma:default="0" ma:format="Dropdown" ma:internalName="Yes_x002f_NO">
      <xsd:simpleType>
        <xsd:restriction base="dms:Boolean"/>
      </xsd:simpleType>
    </xsd:element>
    <xsd:element name="Comments" ma:index="25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Complete" ma:index="26" nillable="true" ma:displayName="Complete" ma:format="Dropdown" ma:internalName="Comple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f73d57-500d-4be6-91ca-be23b4f1079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b42405c-cad8-4203-9019-c362e1c9baca}" ma:internalName="TaxCatchAll" ma:showField="CatchAllData" ma:web="61f73d57-500d-4be6-91ca-be23b4f107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18412E-98C0-494A-9C36-F08231B8DD92}">
  <ds:schemaRefs>
    <ds:schemaRef ds:uri="http://purl.org/dc/terms/"/>
    <ds:schemaRef ds:uri="61f73d57-500d-4be6-91ca-be23b4f10798"/>
    <ds:schemaRef ds:uri="63a2b616-cd5f-45c4-a6cd-234cc8f627d5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9E5A7CD-5D93-4475-B096-B4EE4F4B56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a2b616-cd5f-45c4-a6cd-234cc8f627d5"/>
    <ds:schemaRef ds:uri="61f73d57-500d-4be6-91ca-be23b4f107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67AF745-554A-4100-B017-16204C8755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Company>University of Kentucky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ljmari2</dc:creator>
  <cp:lastModifiedBy>Espinosa, Aubren W.</cp:lastModifiedBy>
  <cp:revision>13</cp:revision>
  <cp:lastPrinted>2022-05-24T13:55:12Z</cp:lastPrinted>
  <dcterms:created xsi:type="dcterms:W3CDTF">2010-03-17T01:20:41Z</dcterms:created>
  <dcterms:modified xsi:type="dcterms:W3CDTF">2025-10-07T18:44:14Z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0x0101004FB4486EDAD73A42908382BA88B85D9A</vt:lpwstr>
  </property>
  <property fmtid="{D5CDD505-2E9C-101B-9397-08002B2CF9AE}" pid="3" name="MediaServiceImageTags">
    <vt:lpwstr/>
  </property>
</Properties>
</file>